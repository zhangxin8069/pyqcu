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9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12192000" cy="6858000" type="screen16x9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" Target="slides/slide1.xml"/>
<Relationship Id="rId2" Type="http://schemas.openxmlformats.org/officeDocument/2006/relationships/slide" Target="slides/slide2.xml"/>
<Relationship Id="rId3" Type="http://schemas.openxmlformats.org/officeDocument/2006/relationships/slide" Target="slides/slide3.xml"/>
<Relationship Id="rId4" Type="http://schemas.openxmlformats.org/officeDocument/2006/relationships/slide" Target="slides/slide4.xml"/>
<Relationship Id="rId5" Type="http://schemas.openxmlformats.org/officeDocument/2006/relationships/slide" Target="slides/slide5.xml"/>
<Relationship Id="rId6" Type="http://schemas.openxmlformats.org/officeDocument/2006/relationships/slide" Target="slides/slide6.xml"/>
<Relationship Id="rId7" Type="http://schemas.openxmlformats.org/officeDocument/2006/relationships/slide" Target="slides/slide7.xml"/>
<Relationship Id="rId8" Type="http://schemas.openxmlformats.org/officeDocument/2006/relationships/slide" Target="slides/slide8.xml"/>
<Relationship Id="rId9" Type="http://schemas.openxmlformats.org/officeDocument/2006/relationships/slide" Target="slides/slide9.xml"/>
<Relationship Id="rId10" Type="http://schemas.openxmlformats.org/officeDocument/2006/relationships/slide" Target="slides/slide10.xml"/>
<Relationship Id="rId11" Type="http://schemas.openxmlformats.org/officeDocument/2006/relationships/slide" Target="slides/slide11.xml"/>
<Relationship Id="rId12" Type="http://schemas.openxmlformats.org/officeDocument/2006/relationships/slide" Target="slides/slide12.xml"/>
<Relationship Id="rId13" Type="http://schemas.openxmlformats.org/officeDocument/2006/relationships/slide" Target="slides/slide13.xml"/>
<Relationship Id="rId14" Type="http://schemas.openxmlformats.org/officeDocument/2006/relationships/slide" Target="slides/slide14.xml"/>
<Relationship Id="rId15" Type="http://schemas.openxmlformats.org/officeDocument/2006/relationships/slide" Target="slides/slide15.xml"/>
<Relationship Id="rId16" Type="http://schemas.openxmlformats.org/officeDocument/2006/relationships/slide" Target="slides/slide16.xml"/>
<Relationship Id="rId17" Type="http://schemas.openxmlformats.org/officeDocument/2006/relationships/slide" Target="slides/slide17.xml"/>
<Relationship Id="rId18" Type="http://schemas.openxmlformats.org/officeDocument/2006/relationships/slide" Target="slides/slide18.xml"/>
<Relationship Id="rId19" Type="http://schemas.openxmlformats.org/officeDocument/2006/relationships/slideMaster" Target="slideMasters/slideMaster1.xml"/>
<Relationship Id="rId20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>
  <p:cSld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 accent1="accent1" accent2="accent2" accent3="accent3" accent4="accent4" accent5="accent5" accent6="accent6" bg1="lt1" bg2="lt2" folHlink="folHlink" hlink="hlink" tx1="dk1" tx2="dk2"/>
  <p:sldLayoutIdLst>
    <p:sldLayoutId id="1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image" Target="../media/image1.png"/>
</Relationships>
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image" Target="../media/image2.png"/>
</Relationships>
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image" Target="../media/image3.png"/>
</Relationships>
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image" Target="../media/image4.png"/>
</Relationships>
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image" Target="../media/image5.png"/>
</Relationships>
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image" Target="../media/image6.png"/>
</Relationships>
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image" Target="../media/image7.png"/>
</Relationships>
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image" Target="../media/image8.png"/>
</Relationships>
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image" Target="../media/image9.png"/>
</Relationships>
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image" Target="../media/image10.png"/>
</Relationships>
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image" Target="../media/image11.png"/>
</Relationships>
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image" Target="../media/image12.png"/>
</Relationships>
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image" Target="../media/image13.png"/>
</Relationships>
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image" Target="../media/image14.png"/>
</Relationships>
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image" Target="../media/image15.png"/>
</Relationships>
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image" Target="../media/image16.png"/>
</Relationships>
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image" Target="../media/image17.png"/>
</Relationships>
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image" Target="../media/image18.png"/>
</Relationships>
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imag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yQCU">
  <a:themeElements>
    <a:clrScheme name="PyQCU">
      <a:dk1>
        <a:srgbClr val="1B2430"/>
      </a:dk1>
      <a:lt1>
        <a:srgbClr val="FFFFFF"/>
      </a:lt1>
      <a:dk2>
        <a:srgbClr val="17365D"/>
      </a:dk2>
      <a:lt2>
        <a:srgbClr val="EEF4FA"/>
      </a:lt2>
      <a:accent1>
        <a:srgbClr val="2E6DB4"/>
      </a:accent1>
      <a:accent2>
        <a:srgbClr val="168C8C"/>
      </a:accent2>
      <a:accent3>
        <a:srgbClr val="C58A1A"/>
      </a:accent3>
      <a:accent4>
        <a:srgbClr val="D35B5B"/>
      </a:accent4>
      <a:accent5>
        <a:srgbClr val="687483"/>
      </a:accent5>
      <a:accent6>
        <a:srgbClr val="17365D"/>
      </a:accent6>
      <a:hlink>
        <a:srgbClr val="2E6DB4"/>
      </a:hlink>
      <a:folHlink>
        <a:srgbClr val="D35B5B"/>
      </a:folHlink>
    </a:clrScheme>
    <a:fontScheme name="PyQCU">
      <a:majorFont>
        <a:latin typeface="TeX Gyre Heros"/>
        <a:ea typeface="FandolHei"/>
      </a:majorFont>
      <a:minorFont>
        <a:latin typeface="TeX Gyre Termes"/>
        <a:ea typeface="FandolSong"/>
      </a:minorFont>
    </a:fontScheme>
    <a:fmtScheme name="PyQCU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