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8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Master" Target="slideMasters/slideMaster1.xml"/>
<Relationship Id="rId19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PyQCU Multi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9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0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1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2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3.pn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4.pn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5.pn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6.pn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7.png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 descr="Rendered PyQCU MultiGrid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yQCU">
  <a:themeElements>
    <a:clrScheme name="PyQCU">
      <a:dk1>
        <a:srgbClr val="17212B"/>
      </a:dk1>
      <a:lt1>
        <a:srgbClr val="FFFFFF"/>
      </a:lt1>
      <a:dk2>
        <a:srgbClr val="12355B"/>
      </a:dk2>
      <a:lt2>
        <a:srgbClr val="EEF3F6"/>
      </a:lt2>
      <a:accent1>
        <a:srgbClr val="245BA3"/>
      </a:accent1>
      <a:accent2>
        <a:srgbClr val="0B7285"/>
      </a:accent2>
      <a:accent3>
        <a:srgbClr val="D08A1F"/>
      </a:accent3>
      <a:accent4>
        <a:srgbClr val="C94C5A"/>
      </a:accent4>
      <a:accent5>
        <a:srgbClr val="53A6B8"/>
      </a:accent5>
      <a:accent6>
        <a:srgbClr val="3A7D5C"/>
      </a:accent6>
      <a:hlink>
        <a:srgbClr val="245BA3"/>
      </a:hlink>
      <a:folHlink>
        <a:srgbClr val="C94C5A"/>
      </a:folHlink>
    </a:clrScheme>
    <a:fontScheme name="PyQCU">
      <a:majorFont>
        <a:latin typeface="AR PL UMing CN"/>
        <a:ea typeface="AR PL UMing CN"/>
        <a:cs typeface=""/>
      </a:majorFont>
      <a:minorFont>
        <a:latin typeface="AR PL UMing CN"/>
        <a:ea typeface="AR PL UMing CN"/>
        <a:cs typeface=""/>
      </a:minorFont>
    </a:fontScheme>
    <a:fmtScheme name="PyQC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90000"/>
                <a:sat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90000"/>
                <a:satMod val="105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OOXML generator</Application>
  <PresentationFormat>On-screen Show (16:9)</PresentationFormat>
  <Slides>17</Slides>
  <Company>PyQCU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High-Performance Implementation of Multigrid Solver for Lattice QCD</dc:title>
  <dc:creator>张鑫</dc:creator>
  <cp:lastModifiedBy>PyQCU</cp:lastModifiedBy>
  <dcterms:created xsi:type="dcterms:W3CDTF">2026-09-28T00:00:00Z</dcterms:created>
  <dcterms:modified xsi:type="dcterms:W3CDTF">2026-09-28T00:00:00Z</dcterms:modified>
</cp:coreProperties>
</file>