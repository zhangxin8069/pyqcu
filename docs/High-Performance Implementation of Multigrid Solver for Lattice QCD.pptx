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2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Relationship Id="rId19" Type="http://schemas.openxmlformats.org/officeDocument/2006/relationships/slide" Target="slides/slide19.xml"/>
<Relationship Id="rId20" Type="http://schemas.openxmlformats.org/officeDocument/2006/relationships/slide" Target="slides/slide20.xml"/>
<Relationship Id="rId21" Type="http://schemas.openxmlformats.org/officeDocument/2006/relationships/slide" Target="slides/slide21.xml"/>
<Relationship Id="rId22" Type="http://schemas.openxmlformats.org/officeDocument/2006/relationships/slideMaster" Target="slideMasters/slideMaster1.xml"/>
<Relationship Id="rId2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/Relationships>
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png"/>
</Relationships>
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png"/>
</Relationships>
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png"/>
</Relationships>
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png"/>
</Relationships>
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png"/>
</Relationships>
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png"/>
</Relationships>
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png"/>
</Relationships>
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image" Target="../media/image9.png"/>
</Relationships>
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image" Target="../media/image10.png"/>
</Relationships>
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1.png"/>
</Relationships>
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2.png"/>
</Relationships>
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image" Target="../media/image13.png"/>
</Relationships>
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image" Target="../media/image14.png"/>
</Relationships>
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image" Target="../media/image15.png"/>
</Relationships>
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image" Target="../media/image16.png"/>
</Relationships>
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image" Target="../media/image17.png"/>
</Relationships>
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image" Target="../media/image18.png"/>
</Relationships>
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image" Target="../media/image19.png"/>
</Relationships>
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image" Target="../media/image20.png"/>
</Relationships>
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image" Target="../media/image21.png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yQCU">
  <a:themeElements>
    <a:clrScheme name="PyQCU">
      <a:dk1>
        <a:srgbClr val="1B2430"/>
      </a:dk1>
      <a:lt1>
        <a:srgbClr val="FFFFFF"/>
      </a:lt1>
      <a:dk2>
        <a:srgbClr val="17365D"/>
      </a:dk2>
      <a:lt2>
        <a:srgbClr val="EEF4FA"/>
      </a:lt2>
      <a:accent1>
        <a:srgbClr val="2E6DB4"/>
      </a:accent1>
      <a:accent2>
        <a:srgbClr val="168C8C"/>
      </a:accent2>
      <a:accent3>
        <a:srgbClr val="C58A1A"/>
      </a:accent3>
      <a:accent4>
        <a:srgbClr val="D35B5B"/>
      </a:accent4>
      <a:accent5>
        <a:srgbClr val="687483"/>
      </a:accent5>
      <a:accent6>
        <a:srgbClr val="17365D"/>
      </a:accent6>
      <a:hlink>
        <a:srgbClr val="2E6DB4"/>
      </a:hlink>
      <a:folHlink>
        <a:srgbClr val="D35B5B"/>
      </a:folHlink>
    </a:clrScheme>
    <a:fontScheme name="PyQCU">
      <a:majorFont>
        <a:latin typeface="TeX Gyre Heros"/>
        <a:ea typeface="FandolHei"/>
      </a:majorFont>
      <a:minorFont>
        <a:latin typeface="TeX Gyre Termes"/>
        <a:ea typeface="FandolSong"/>
      </a:minorFont>
    </a:fontScheme>
    <a:fmtScheme name="PyQC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